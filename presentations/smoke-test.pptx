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Objective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822960"/>
            <a:ext cx="2321295" cy="5266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State the Y-vs-Zr hydrogen solubility question.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Define stage scope and assumptions for this run batch.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Specify quantitative pass/fail targets and evidence sources.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78495" y="822960"/>
            <a:ext cx="9120592" cy="5266944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800">
                <a:latin typeface="Arial"/>
              </a:rPr>
              <a:t>Add figure, result plot, or equation graphic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Bottom line: Objective and scope define the decision criteria for this update.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Methodology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822960"/>
            <a:ext cx="2321295" cy="5266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Summarize DFT/thermodynamic workflow and run stages.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List config, convergence, and provenance controls used.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Describe comparison protocol for Y versus Zr outputs.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78495" y="822960"/>
            <a:ext cx="9120592" cy="5266944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800">
                <a:latin typeface="Arial"/>
              </a:rPr>
              <a:t>Add figure, result plot, or equation graphic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Bottom line: Methodology links reproducible inputs to defensible conclusions.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Core Equations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822960"/>
            <a:ext cx="2321295" cy="5266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Show governing equations and variable definitions.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Highlight assumptions and thermodynamic reference states.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Connect equations to extracted metrics and benchmark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78495" y="822960"/>
            <a:ext cx="9120592" cy="5266944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800">
                <a:latin typeface="Arial"/>
              </a:rPr>
              <a:t>Add figure, result plot, or equation graphic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Bottom line: Equation choices determine interpretation of Y-vs-Zr contrast.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822960"/>
            <a:ext cx="2321295" cy="5266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Summarize strongest quantitative findings from this update.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State limitations, unresolved uncertainty, and risks.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List immediate next runs and decisions required.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78495" y="822960"/>
            <a:ext cx="9120592" cy="5266944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800">
                <a:latin typeface="Arial"/>
              </a:rPr>
              <a:t>Add figure, result plot, or equation graphic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Bottom line: Results define clear next actions for the roadmap stage gate.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